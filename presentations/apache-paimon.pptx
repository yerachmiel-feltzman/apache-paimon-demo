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Recently, I attended a data conference where one particular presentation caught my eye: the speaker set out to demonstrate that Iceberg tables can effectively be used in high-scale streaming pipelines. He walked through various strategies, including tuning configurations, managing compaction, and deciding between Copy-On-Write and Merge-On-Read approaches. Great talk, I must say.
I only have to agree with him. Yes, it is possible. I've worked in high-volume streaming architectures with Delta Lake, Iceberg's most direct competitor. It works, and it works great. However, it requires dedicated attention. Both will suffer from small file issues, and both will need specific tuning. I did it once, I would do it again. No regrets.
Apache Paimon is a streaming-first Open Table Format that promises to alleviate streaming-first architecture pains. It's a good time to pick it up and see what this new kid in the neighborhood is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Slide-30-image-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Slide-31-image-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Slide-32-image-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Slide-33-image-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Slide-34-image-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Slide-35-image-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Slide-36-image-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Slide-37-image-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Slide-38-image-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Slide-39-image-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Slide-40-image-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Apache Paimon</dc:title>
  <dc:subject>PptxGenJS Presentation</dc:subject>
  <dc:creator>Created by Marp</dc:creator>
  <cp:lastModifiedBy>Created by Marp</cp:lastModifiedBy>
  <cp:revision>1</cp:revision>
  <dcterms:created xsi:type="dcterms:W3CDTF">2026-05-11T13:38:36Z</dcterms:created>
  <dcterms:modified xsi:type="dcterms:W3CDTF">2026-05-11T13:38:36Z</dcterms:modified>
</cp:coreProperties>
</file>